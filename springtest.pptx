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0"/>
  </p:notesMasterIdLst>
  <p:sldIdLst>
    <p:sldId id="320" r:id="rId2"/>
    <p:sldId id="299" r:id="rId3"/>
    <p:sldId id="339" r:id="rId4"/>
    <p:sldId id="340" r:id="rId5"/>
    <p:sldId id="338" r:id="rId6"/>
    <p:sldId id="341" r:id="rId7"/>
    <p:sldId id="342" r:id="rId8"/>
    <p:sldId id="343" r:id="rId9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7" autoAdjust="0"/>
    <p:restoredTop sz="87388" autoAdjust="0"/>
  </p:normalViewPr>
  <p:slideViewPr>
    <p:cSldViewPr>
      <p:cViewPr varScale="1">
        <p:scale>
          <a:sx n="102" d="100"/>
          <a:sy n="102" d="100"/>
        </p:scale>
        <p:origin x="1668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324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C40DD3-ACBE-407C-9648-BBB6110A7554}" type="datetimeFigureOut">
              <a:rPr lang="ko-KR" altLang="en-US" smtClean="0"/>
              <a:t>2023-12-19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87A63-5962-4252-BD50-D94D34189A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61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>
              <a:defRPr sz="48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AD9042-A25A-402A-A8E3-24D7C49E3959}" type="datetime1">
              <a:rPr lang="ko-KR" altLang="en-US" smtClean="0"/>
              <a:t>2023-12-19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BB15-63E4-4E33-A078-820FA21FA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9930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7" y="188640"/>
            <a:ext cx="9217025" cy="490066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44488" y="836009"/>
            <a:ext cx="9217024" cy="5612242"/>
          </a:xfrm>
        </p:spPr>
        <p:txBody>
          <a:bodyPr>
            <a:normAutofit/>
          </a:bodyPr>
          <a:lstStyle>
            <a:lvl1pPr marL="342900" indent="-342900">
              <a:buClr>
                <a:schemeClr val="tx2">
                  <a:lumMod val="40000"/>
                  <a:lumOff val="60000"/>
                </a:schemeClr>
              </a:buClr>
              <a:buSzPct val="60000"/>
              <a:buFont typeface="맑은 고딕" panose="020B0503020000020004" pitchFamily="50" charset="-127"/>
              <a:buChar char="■"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344488" y="6448251"/>
            <a:ext cx="2311400" cy="365125"/>
          </a:xfrm>
        </p:spPr>
        <p:txBody>
          <a:bodyPr/>
          <a:lstStyle/>
          <a:p>
            <a:fld id="{59CD6F4D-8F41-4EAB-8EED-4A0E806C63CE}" type="datetime1">
              <a:rPr lang="ko-KR" altLang="en-US" smtClean="0"/>
              <a:t>2023-12-19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4550" y="6448251"/>
            <a:ext cx="31369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250112" y="6448251"/>
            <a:ext cx="2311400" cy="365125"/>
          </a:xfrm>
        </p:spPr>
        <p:txBody>
          <a:bodyPr/>
          <a:lstStyle>
            <a:lvl1pPr algn="r">
              <a:defRPr b="0"/>
            </a:lvl1pPr>
          </a:lstStyle>
          <a:p>
            <a:fld id="{EE12BB15-63E4-4E33-A078-820FA21FAA8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764704"/>
            <a:ext cx="9906000" cy="0"/>
          </a:xfrm>
          <a:prstGeom prst="line">
            <a:avLst/>
          </a:prstGeom>
          <a:ln w="19050">
            <a:solidFill>
              <a:schemeClr val="tx2">
                <a:lumMod val="20000"/>
                <a:lumOff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725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0DD54-1AB2-4523-B356-55F1A82FD14C}" type="datetime1">
              <a:rPr lang="ko-KR" altLang="en-US" smtClean="0"/>
              <a:t>2023-12-19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2BB15-63E4-4E33-A078-820FA21FAA8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71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1052736"/>
            <a:ext cx="8420100" cy="1470025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altLang="ko-KR" dirty="0" smtClean="0"/>
              <a:t>Spring </a:t>
            </a:r>
            <a:r>
              <a:rPr lang="ko-KR" altLang="en-US" dirty="0" smtClean="0"/>
              <a:t>테스트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748269" y="2810217"/>
            <a:ext cx="4953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2800" dirty="0" smtClean="0"/>
              <a:t>조효은</a:t>
            </a:r>
            <a:endParaRPr lang="en-US" altLang="ko-KR" sz="2800" dirty="0" smtClean="0"/>
          </a:p>
          <a:p>
            <a:r>
              <a:rPr lang="en-US" altLang="ko-KR" sz="2800" dirty="0" smtClean="0"/>
              <a:t>honnynoop@naver.com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48544" y="4365104"/>
            <a:ext cx="878497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dirty="0" err="1" smtClean="0"/>
              <a:t>메모장등</a:t>
            </a:r>
            <a:r>
              <a:rPr lang="ko-KR" altLang="en-US" sz="2800" dirty="0" smtClean="0"/>
              <a:t> 에디터로 작성하셔서 메일로 보내주십시오</a:t>
            </a:r>
            <a:r>
              <a:rPr lang="en-US" altLang="ko-KR" sz="2800" dirty="0" smtClean="0"/>
              <a:t>.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48544" y="5198174"/>
            <a:ext cx="878497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800" dirty="0" smtClean="0"/>
              <a:t>제목 </a:t>
            </a:r>
            <a:r>
              <a:rPr lang="en-US" altLang="ko-KR" sz="2800" dirty="0" smtClean="0"/>
              <a:t>SSIS </a:t>
            </a:r>
            <a:r>
              <a:rPr lang="ko-KR" altLang="en-US" sz="2800" dirty="0" smtClean="0"/>
              <a:t>홍길동 테스트</a:t>
            </a:r>
            <a:endParaRPr lang="en-US" altLang="ko-KR" sz="2800" dirty="0" smtClean="0"/>
          </a:p>
          <a:p>
            <a:endParaRPr lang="en-US" altLang="ko-KR" sz="2800" dirty="0"/>
          </a:p>
          <a:p>
            <a:r>
              <a:rPr lang="en-US" altLang="ko-KR" sz="2800" dirty="0" smtClean="0"/>
              <a:t>1. Spring </a:t>
            </a:r>
            <a:r>
              <a:rPr lang="ko-KR" altLang="en-US" sz="2800" dirty="0" smtClean="0"/>
              <a:t>식으로 문제 번호 꼭 붙여주세요</a:t>
            </a:r>
            <a:r>
              <a:rPr lang="en-US" altLang="ko-KR" sz="28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1420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Sprin</a:t>
            </a:r>
            <a:r>
              <a:rPr lang="en-US" altLang="ko-KR" dirty="0"/>
              <a:t>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참고 용어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BB15-63E4-4E33-A078-820FA21FAA81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632520" y="1412776"/>
            <a:ext cx="4953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@PathVariable</a:t>
            </a:r>
          </a:p>
          <a:p>
            <a:r>
              <a:rPr lang="ko-KR" altLang="en-US" dirty="0"/>
              <a:t>@RequestBody </a:t>
            </a:r>
          </a:p>
          <a:p>
            <a:r>
              <a:rPr lang="ko-KR" altLang="en-US" dirty="0"/>
              <a:t>@RestController</a:t>
            </a:r>
          </a:p>
          <a:p>
            <a:r>
              <a:rPr lang="ko-KR" altLang="en-US" dirty="0"/>
              <a:t>@RequestMapping</a:t>
            </a:r>
          </a:p>
          <a:p>
            <a:r>
              <a:rPr lang="ko-KR" altLang="en-US" dirty="0"/>
              <a:t>@CrossOrigin</a:t>
            </a:r>
          </a:p>
          <a:p>
            <a:r>
              <a:rPr lang="ko-KR" altLang="en-US" dirty="0"/>
              <a:t>@Controller</a:t>
            </a:r>
          </a:p>
          <a:p>
            <a:r>
              <a:rPr lang="ko-KR" altLang="en-US" dirty="0"/>
              <a:t>@RequestParam</a:t>
            </a:r>
          </a:p>
          <a:p>
            <a:r>
              <a:rPr lang="ko-KR" altLang="en-US" dirty="0"/>
              <a:t>@ModelAttribute</a:t>
            </a:r>
          </a:p>
          <a:p>
            <a:r>
              <a:rPr lang="ko-KR" altLang="en-US" dirty="0"/>
              <a:t>@Service</a:t>
            </a:r>
          </a:p>
          <a:p>
            <a:r>
              <a:rPr lang="ko-KR" altLang="en-US" dirty="0"/>
              <a:t>@Repository</a:t>
            </a:r>
          </a:p>
          <a:p>
            <a:r>
              <a:rPr lang="ko-KR" altLang="en-US" dirty="0"/>
              <a:t>@Autowired</a:t>
            </a:r>
          </a:p>
          <a:p>
            <a:r>
              <a:rPr lang="ko-KR" altLang="en-US" dirty="0"/>
              <a:t>@MapperScan</a:t>
            </a:r>
          </a:p>
          <a:p>
            <a:r>
              <a:rPr lang="ko-KR" altLang="en-US" dirty="0"/>
              <a:t>IoC</a:t>
            </a:r>
          </a:p>
          <a:p>
            <a:r>
              <a:rPr lang="ko-KR" altLang="en-US" dirty="0"/>
              <a:t>DI</a:t>
            </a:r>
          </a:p>
          <a:p>
            <a:r>
              <a:rPr lang="ko-KR" altLang="en-US" dirty="0"/>
              <a:t>AOP</a:t>
            </a:r>
          </a:p>
          <a:p>
            <a:r>
              <a:rPr lang="ko-KR" altLang="en-US" dirty="0"/>
              <a:t>POJO</a:t>
            </a:r>
          </a:p>
        </p:txBody>
      </p:sp>
    </p:spTree>
    <p:extLst>
      <p:ext uri="{BB962C8B-B14F-4D97-AF65-F5344CB8AC3E}">
        <p14:creationId xmlns:p14="http://schemas.microsoft.com/office/powerpoint/2010/main" val="96415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Sprin</a:t>
            </a:r>
            <a:r>
              <a:rPr lang="en-US" altLang="ko-KR" dirty="0"/>
              <a:t>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1. MVC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MVC</a:t>
            </a:r>
            <a:r>
              <a:rPr lang="ko-KR" altLang="en-US" dirty="0" smtClean="0"/>
              <a:t>는 각각 무엇을 의미하나요</a:t>
            </a:r>
            <a:r>
              <a:rPr lang="en-US" altLang="ko-KR" dirty="0" smtClean="0"/>
              <a:t>? </a:t>
            </a:r>
          </a:p>
          <a:p>
            <a:r>
              <a:rPr lang="en-US" altLang="ko-KR" dirty="0" smtClean="0"/>
              <a:t>1) M</a:t>
            </a:r>
          </a:p>
          <a:p>
            <a:r>
              <a:rPr lang="en-US" altLang="ko-KR" dirty="0" smtClean="0"/>
              <a:t>2) V</a:t>
            </a:r>
          </a:p>
          <a:p>
            <a:r>
              <a:rPr lang="en-US" altLang="ko-KR" dirty="0" smtClean="0"/>
              <a:t>3) C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2. Spring MVC</a:t>
            </a:r>
            <a:r>
              <a:rPr lang="ko-KR" altLang="en-US" dirty="0" smtClean="0"/>
              <a:t>를 작성할 때 </a:t>
            </a:r>
            <a:r>
              <a:rPr lang="en-US" altLang="ko-KR" dirty="0" smtClean="0"/>
              <a:t>web.xml</a:t>
            </a:r>
            <a:r>
              <a:rPr lang="ko-KR" altLang="en-US" dirty="0" smtClean="0"/>
              <a:t>에 등록해야 하는 필수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개는 무엇인가요</a:t>
            </a:r>
            <a:r>
              <a:rPr lang="en-US" altLang="ko-KR" dirty="0" smtClean="0"/>
              <a:t>?</a:t>
            </a:r>
          </a:p>
          <a:p>
            <a:r>
              <a:rPr lang="en-US" altLang="ko-KR" dirty="0" smtClean="0"/>
              <a:t>1)</a:t>
            </a:r>
          </a:p>
          <a:p>
            <a:r>
              <a:rPr lang="en-US" altLang="ko-KR" dirty="0" smtClean="0"/>
              <a:t>2)</a:t>
            </a:r>
          </a:p>
          <a:p>
            <a:r>
              <a:rPr lang="en-US" altLang="ko-KR" dirty="0" smtClean="0"/>
              <a:t>3)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3. Spring</a:t>
            </a:r>
            <a:r>
              <a:rPr lang="ko-KR" altLang="en-US" dirty="0" smtClean="0"/>
              <a:t>의 핵심을 이루는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가지 핵심용어 중</a:t>
            </a:r>
            <a:r>
              <a:rPr lang="en-US" altLang="ko-KR" dirty="0" smtClean="0"/>
              <a:t>, “</a:t>
            </a:r>
            <a:r>
              <a:rPr lang="ko-KR" altLang="en-US" dirty="0" smtClean="0"/>
              <a:t>프로그래밍에서 </a:t>
            </a:r>
            <a:r>
              <a:rPr lang="ko-KR" altLang="en-US" dirty="0"/>
              <a:t>구성요소 간의 의존 관계가 소스코드 내부가 아닌 외부에서 설정을 통해 정의되는 방식이다. 코드 재사용을 높여 소스코드를 다양한 곳에 사용할 수 있으며 모듈간의 결합도도 낮출 수 </a:t>
            </a:r>
            <a:r>
              <a:rPr lang="ko-KR" altLang="en-US" dirty="0" smtClean="0"/>
              <a:t>있다</a:t>
            </a:r>
            <a:r>
              <a:rPr lang="en-US" altLang="ko-KR" dirty="0" smtClean="0"/>
              <a:t>”</a:t>
            </a:r>
            <a:r>
              <a:rPr lang="ko-KR" altLang="en-US" dirty="0" smtClean="0"/>
              <a:t>를 의미하는 용어는 무엇인가요</a:t>
            </a:r>
            <a:r>
              <a:rPr lang="en-US" altLang="ko-KR" dirty="0" smtClean="0"/>
              <a:t>?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BB15-63E4-4E33-A078-820FA21FAA81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104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Sprin</a:t>
            </a:r>
            <a:r>
              <a:rPr lang="en-US" altLang="ko-KR" dirty="0"/>
              <a:t>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4. </a:t>
            </a:r>
            <a:r>
              <a:rPr lang="en-US" altLang="ko-KR" dirty="0"/>
              <a:t>Spring</a:t>
            </a:r>
            <a:r>
              <a:rPr lang="ko-KR" altLang="en-US" dirty="0"/>
              <a:t>의 핵심을 이루는 </a:t>
            </a:r>
            <a:r>
              <a:rPr lang="en-US" altLang="ko-KR" dirty="0"/>
              <a:t>3</a:t>
            </a:r>
            <a:r>
              <a:rPr lang="ko-KR" altLang="en-US" dirty="0"/>
              <a:t>가지 핵심용어 중</a:t>
            </a:r>
            <a:r>
              <a:rPr lang="en-US" altLang="ko-KR" dirty="0"/>
              <a:t>, </a:t>
            </a:r>
            <a:r>
              <a:rPr lang="en-US" altLang="ko-KR" dirty="0" smtClean="0"/>
              <a:t>“</a:t>
            </a:r>
            <a:r>
              <a:rPr lang="ko-KR" altLang="en-US" dirty="0"/>
              <a:t>전통적인 프로그래밍에서는 개발자가 작성한 프로그램이 외부 라이브러리의 코드를 호출해서 이용했다. </a:t>
            </a:r>
            <a:r>
              <a:rPr lang="ko-KR" altLang="en-US" dirty="0" smtClean="0"/>
              <a:t>이와 </a:t>
            </a:r>
            <a:r>
              <a:rPr lang="ko-KR" altLang="en-US" dirty="0"/>
              <a:t>반대로 </a:t>
            </a:r>
            <a:r>
              <a:rPr lang="ko-KR" altLang="en-US" dirty="0" smtClean="0"/>
              <a:t>이것은 외부 </a:t>
            </a:r>
            <a:r>
              <a:rPr lang="ko-KR" altLang="en-US" dirty="0"/>
              <a:t>라이브러리 코드가 개발자의 코드를 호출하게 된다. 즉, </a:t>
            </a:r>
            <a:r>
              <a:rPr lang="ko-KR" altLang="en-US" dirty="0" err="1"/>
              <a:t>제어권이</a:t>
            </a:r>
            <a:r>
              <a:rPr lang="ko-KR" altLang="en-US" dirty="0"/>
              <a:t> 프레임워크에게 있어 필요에 따라 스프링 프레임워크가 사용자의 코드를 </a:t>
            </a:r>
            <a:r>
              <a:rPr lang="ko-KR" altLang="en-US" dirty="0" smtClean="0"/>
              <a:t>호출한다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결국 제어방법이 달라지거나 개발 흐름이 달라짐</a:t>
            </a:r>
            <a:r>
              <a:rPr lang="en-US" altLang="ko-KR" dirty="0" smtClean="0"/>
              <a:t>”</a:t>
            </a:r>
            <a:r>
              <a:rPr lang="ko-KR" altLang="en-US" dirty="0" smtClean="0"/>
              <a:t>을 </a:t>
            </a:r>
            <a:r>
              <a:rPr lang="ko-KR" altLang="en-US" dirty="0"/>
              <a:t>의미하는 용어는 무엇인가요</a:t>
            </a:r>
            <a:r>
              <a:rPr lang="en-US" altLang="ko-KR" dirty="0" smtClean="0"/>
              <a:t>?</a:t>
            </a:r>
          </a:p>
          <a:p>
            <a:endParaRPr lang="en-US" altLang="ko-KR" dirty="0"/>
          </a:p>
          <a:p>
            <a:r>
              <a:rPr lang="en-US" altLang="ko-KR" dirty="0" smtClean="0"/>
              <a:t>5. </a:t>
            </a:r>
            <a:r>
              <a:rPr lang="en-US" altLang="ko-KR" dirty="0"/>
              <a:t>Spring</a:t>
            </a:r>
            <a:r>
              <a:rPr lang="ko-KR" altLang="en-US" dirty="0"/>
              <a:t>의 핵심을 이루는 </a:t>
            </a:r>
            <a:r>
              <a:rPr lang="en-US" altLang="ko-KR" dirty="0"/>
              <a:t>3</a:t>
            </a:r>
            <a:r>
              <a:rPr lang="ko-KR" altLang="en-US" dirty="0"/>
              <a:t>가지 핵심용어 중</a:t>
            </a:r>
            <a:r>
              <a:rPr lang="en-US" altLang="ko-KR" dirty="0"/>
              <a:t>, </a:t>
            </a:r>
            <a:r>
              <a:rPr lang="en-US" altLang="ko-KR" dirty="0" smtClean="0"/>
              <a:t>“</a:t>
            </a:r>
            <a:r>
              <a:rPr lang="ko-KR" altLang="en-US" dirty="0" err="1" smtClean="0"/>
              <a:t>로깅</a:t>
            </a:r>
            <a:r>
              <a:rPr lang="ko-KR" altLang="en-US" dirty="0" smtClean="0"/>
              <a:t>, </a:t>
            </a:r>
            <a:r>
              <a:rPr lang="ko-KR" altLang="en-US" dirty="0"/>
              <a:t>보안 등 </a:t>
            </a:r>
            <a:r>
              <a:rPr lang="ko-KR" altLang="en-US" dirty="0" smtClean="0"/>
              <a:t>여러 </a:t>
            </a:r>
            <a:r>
              <a:rPr lang="ko-KR" altLang="en-US" dirty="0"/>
              <a:t>모듈에서 공통적으로 사용하는 기능을 분리하여 관리할 수 </a:t>
            </a:r>
            <a:r>
              <a:rPr lang="ko-KR" altLang="en-US" dirty="0" smtClean="0"/>
              <a:t>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핵심과 </a:t>
            </a:r>
            <a:r>
              <a:rPr lang="ko-KR" altLang="en-US" dirty="0" err="1" smtClean="0"/>
              <a:t>비핵심을</a:t>
            </a:r>
            <a:r>
              <a:rPr lang="ko-KR" altLang="en-US" dirty="0" smtClean="0"/>
              <a:t> 나누고 핵심을 개발자가 구현하고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비핵심은</a:t>
            </a:r>
            <a:r>
              <a:rPr lang="ko-KR" altLang="en-US" dirty="0" smtClean="0"/>
              <a:t> 스프링 컨테이너가 실행시키도록 하도록 한다</a:t>
            </a:r>
            <a:r>
              <a:rPr lang="en-US" altLang="ko-KR" dirty="0" smtClean="0"/>
              <a:t>.”</a:t>
            </a:r>
            <a:r>
              <a:rPr lang="ko-KR" altLang="en-US" dirty="0" smtClean="0"/>
              <a:t>를 의미하는 용어는</a:t>
            </a:r>
            <a:r>
              <a:rPr lang="en-US" altLang="ko-KR" dirty="0" smtClean="0"/>
              <a:t> </a:t>
            </a:r>
            <a:r>
              <a:rPr lang="ko-KR" altLang="en-US" dirty="0" smtClean="0"/>
              <a:t>무엇인가요</a:t>
            </a:r>
            <a:r>
              <a:rPr lang="en-US" altLang="ko-KR" dirty="0" smtClean="0"/>
              <a:t>?</a:t>
            </a:r>
          </a:p>
          <a:p>
            <a:endParaRPr lang="en-US" altLang="ko-KR" dirty="0"/>
          </a:p>
          <a:p>
            <a:r>
              <a:rPr lang="en-US" altLang="ko-KR" dirty="0" smtClean="0"/>
              <a:t>6. 5</a:t>
            </a:r>
            <a:r>
              <a:rPr lang="ko-KR" altLang="en-US" dirty="0" smtClean="0"/>
              <a:t>번의 용어에 해당하는 </a:t>
            </a:r>
            <a:r>
              <a:rPr lang="en-US" altLang="ko-KR" dirty="0"/>
              <a:t>2</a:t>
            </a:r>
            <a:r>
              <a:rPr lang="ko-KR" altLang="en-US" dirty="0" smtClean="0"/>
              <a:t>개를 더 추가하시오</a:t>
            </a:r>
            <a:r>
              <a:rPr lang="en-US" altLang="ko-KR" dirty="0" smtClean="0"/>
              <a:t>. (CCC - 3</a:t>
            </a:r>
            <a:r>
              <a:rPr lang="ko-KR" altLang="en-US" dirty="0" smtClean="0"/>
              <a:t>대 요소</a:t>
            </a:r>
            <a:r>
              <a:rPr lang="en-US" altLang="ko-KR" dirty="0" smtClean="0"/>
              <a:t>+</a:t>
            </a:r>
            <a:r>
              <a:rPr lang="ko-KR" altLang="en-US" dirty="0" smtClean="0"/>
              <a:t>보안</a:t>
            </a:r>
            <a:r>
              <a:rPr lang="en-US" altLang="ko-KR" dirty="0" smtClean="0"/>
              <a:t>)</a:t>
            </a:r>
          </a:p>
          <a:p>
            <a:pPr marL="0" indent="0">
              <a:buNone/>
            </a:pPr>
            <a:r>
              <a:rPr lang="en-US" altLang="ko-KR" dirty="0" smtClean="0"/>
              <a:t>   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BB15-63E4-4E33-A078-820FA21FAA81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690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Sprin</a:t>
            </a:r>
            <a:r>
              <a:rPr lang="en-US" altLang="ko-KR" dirty="0"/>
              <a:t>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7. Spring</a:t>
            </a:r>
            <a:r>
              <a:rPr lang="ko-KR" altLang="en-US" dirty="0"/>
              <a:t>에서 컨트롤러</a:t>
            </a:r>
            <a:r>
              <a:rPr lang="en-US" altLang="ko-KR" dirty="0"/>
              <a:t>, </a:t>
            </a:r>
            <a:r>
              <a:rPr lang="ko-KR" altLang="en-US" dirty="0"/>
              <a:t>서비스</a:t>
            </a:r>
            <a:r>
              <a:rPr lang="en-US" altLang="ko-KR" dirty="0"/>
              <a:t>, DAO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각각 해당하는 </a:t>
            </a:r>
            <a:r>
              <a:rPr lang="ko-KR" altLang="en-US" dirty="0" err="1"/>
              <a:t>어노테이션을</a:t>
            </a:r>
            <a:r>
              <a:rPr lang="ko-KR" altLang="en-US" dirty="0"/>
              <a:t> 쓰시오</a:t>
            </a:r>
            <a:r>
              <a:rPr lang="en-US" altLang="ko-KR" dirty="0"/>
              <a:t>.(</a:t>
            </a:r>
            <a:r>
              <a:rPr lang="ko-KR" altLang="en-US" dirty="0" err="1"/>
              <a:t>어노테이션은</a:t>
            </a:r>
            <a:r>
              <a:rPr lang="ko-KR" altLang="en-US" dirty="0"/>
              <a:t> </a:t>
            </a:r>
            <a:r>
              <a:rPr lang="en-US" altLang="ko-KR" dirty="0"/>
              <a:t>@</a:t>
            </a:r>
            <a:r>
              <a:rPr lang="ko-KR" altLang="en-US" dirty="0"/>
              <a:t>로</a:t>
            </a:r>
            <a:r>
              <a:rPr lang="en-US" altLang="ko-KR" dirty="0"/>
              <a:t> </a:t>
            </a:r>
            <a:r>
              <a:rPr lang="ko-KR" altLang="en-US" dirty="0"/>
              <a:t>시작한다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 1) </a:t>
            </a:r>
            <a:r>
              <a:rPr lang="ko-KR" altLang="en-US" dirty="0" smtClean="0"/>
              <a:t>컨트롤러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2) </a:t>
            </a:r>
            <a:r>
              <a:rPr lang="ko-KR" altLang="en-US" dirty="0" smtClean="0"/>
              <a:t>서비스</a:t>
            </a:r>
            <a:endParaRPr lang="en-US" altLang="ko-KR" dirty="0" smtClean="0"/>
          </a:p>
          <a:p>
            <a:r>
              <a:rPr lang="en-US" altLang="ko-KR" dirty="0"/>
              <a:t> </a:t>
            </a:r>
            <a:r>
              <a:rPr lang="en-US" altLang="ko-KR" dirty="0" smtClean="0"/>
              <a:t>3) DAO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8. 7</a:t>
            </a:r>
            <a:r>
              <a:rPr lang="ko-KR" altLang="en-US" dirty="0" smtClean="0"/>
              <a:t>번의 </a:t>
            </a:r>
            <a:r>
              <a:rPr lang="en-US" altLang="ko-KR" dirty="0" smtClean="0"/>
              <a:t>@</a:t>
            </a:r>
            <a:r>
              <a:rPr lang="ko-KR" altLang="en-US" dirty="0" err="1" smtClean="0"/>
              <a:t>어노테이션들을</a:t>
            </a:r>
            <a:r>
              <a:rPr lang="ko-KR" altLang="en-US" dirty="0" smtClean="0"/>
              <a:t> 주입하는 위치를 알려주는 방법은 무엇인가요</a:t>
            </a:r>
            <a:r>
              <a:rPr lang="en-US" altLang="ko-KR" dirty="0" smtClean="0"/>
              <a:t>?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9. DTO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JSON</a:t>
            </a:r>
            <a:r>
              <a:rPr lang="ko-KR" altLang="en-US" dirty="0" smtClean="0"/>
              <a:t>으로 변경해서 반환</a:t>
            </a:r>
            <a:r>
              <a:rPr lang="en-US" altLang="ko-KR" dirty="0" smtClean="0"/>
              <a:t>(</a:t>
            </a:r>
            <a:r>
              <a:rPr lang="ko-KR" altLang="en-US" dirty="0" smtClean="0"/>
              <a:t>리턴</a:t>
            </a:r>
            <a:r>
              <a:rPr lang="en-US" altLang="ko-KR" dirty="0" smtClean="0"/>
              <a:t>)</a:t>
            </a:r>
            <a:r>
              <a:rPr lang="ko-KR" altLang="en-US" dirty="0" smtClean="0"/>
              <a:t>하라는 </a:t>
            </a:r>
            <a:r>
              <a:rPr lang="ko-KR" altLang="en-US" dirty="0" err="1" smtClean="0"/>
              <a:t>어노테이션은</a:t>
            </a:r>
            <a:r>
              <a:rPr lang="ko-KR" altLang="en-US" dirty="0" smtClean="0"/>
              <a:t> 무엇인가요</a:t>
            </a:r>
            <a:r>
              <a:rPr lang="en-US" altLang="ko-KR" dirty="0" smtClean="0"/>
              <a:t>?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BB15-63E4-4E33-A078-820FA21FAA81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5682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Sprin</a:t>
            </a:r>
            <a:r>
              <a:rPr lang="en-US" altLang="ko-KR" dirty="0"/>
              <a:t>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10. </a:t>
            </a:r>
            <a:r>
              <a:rPr lang="ko-KR" altLang="en-US" dirty="0" smtClean="0"/>
              <a:t>데이터를 생성한 도메인과 소비하는 도메인이 다를 때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해결하기 위한 </a:t>
            </a:r>
            <a:r>
              <a:rPr lang="ko-KR" altLang="en-US" dirty="0" err="1" smtClean="0"/>
              <a:t>어노테이션은</a:t>
            </a:r>
            <a:r>
              <a:rPr lang="ko-KR" altLang="en-US" dirty="0" smtClean="0"/>
              <a:t> 무엇인가요</a:t>
            </a:r>
            <a:r>
              <a:rPr lang="en-US" altLang="ko-KR" dirty="0" smtClean="0"/>
              <a:t>?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11. </a:t>
            </a:r>
            <a:r>
              <a:rPr lang="ko-KR" altLang="en-US" dirty="0" smtClean="0"/>
              <a:t>경로가 </a:t>
            </a:r>
            <a:r>
              <a:rPr lang="en-US" altLang="ko-KR" dirty="0" smtClean="0"/>
              <a:t>(“/user/101”)</a:t>
            </a:r>
            <a:r>
              <a:rPr lang="ko-KR" altLang="en-US" dirty="0" smtClean="0"/>
              <a:t>일</a:t>
            </a:r>
            <a:r>
              <a:rPr lang="en-US" altLang="ko-KR" dirty="0" smtClean="0"/>
              <a:t> </a:t>
            </a:r>
            <a:r>
              <a:rPr lang="ko-KR" altLang="en-US" dirty="0" smtClean="0"/>
              <a:t>때 </a:t>
            </a:r>
            <a:r>
              <a:rPr lang="en-US" altLang="ko-KR" dirty="0" smtClean="0"/>
              <a:t>“101”</a:t>
            </a:r>
            <a:r>
              <a:rPr lang="ko-KR" altLang="en-US" dirty="0" smtClean="0"/>
              <a:t>을</a:t>
            </a:r>
            <a:r>
              <a:rPr lang="en-US" altLang="ko-KR" dirty="0" smtClean="0"/>
              <a:t> </a:t>
            </a:r>
            <a:r>
              <a:rPr lang="ko-KR" altLang="en-US" dirty="0" smtClean="0"/>
              <a:t>받으려고 한다</a:t>
            </a:r>
            <a:r>
              <a:rPr lang="en-US" altLang="ko-KR" dirty="0" smtClean="0"/>
              <a:t>. XXXX</a:t>
            </a:r>
            <a:r>
              <a:rPr lang="ko-KR" altLang="en-US" dirty="0" smtClean="0"/>
              <a:t>에 알맞은 </a:t>
            </a:r>
            <a:r>
              <a:rPr lang="ko-KR" altLang="en-US" dirty="0" err="1" smtClean="0"/>
              <a:t>어노테이션은</a:t>
            </a:r>
            <a:r>
              <a:rPr lang="ko-KR" altLang="en-US" dirty="0" smtClean="0"/>
              <a:t> 무엇인가요</a:t>
            </a:r>
            <a:r>
              <a:rPr lang="en-US" altLang="ko-KR" dirty="0" smtClean="0"/>
              <a:t>?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 smtClean="0"/>
              <a:t>12. </a:t>
            </a:r>
            <a:r>
              <a:rPr lang="ko-KR" altLang="en-US" dirty="0" err="1" smtClean="0"/>
              <a:t>레스트풀</a:t>
            </a:r>
            <a:r>
              <a:rPr lang="ko-KR" altLang="en-US" dirty="0" smtClean="0"/>
              <a:t> 서비스에서 </a:t>
            </a:r>
            <a:r>
              <a:rPr lang="en-US" altLang="ko-KR" dirty="0" smtClean="0"/>
              <a:t>JSON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DTO</a:t>
            </a:r>
            <a:r>
              <a:rPr lang="ko-KR" altLang="en-US" dirty="0" smtClean="0"/>
              <a:t>로 변경하라는 </a:t>
            </a:r>
            <a:r>
              <a:rPr lang="en-US" altLang="ko-KR" dirty="0" smtClean="0"/>
              <a:t>YYYY</a:t>
            </a:r>
            <a:r>
              <a:rPr lang="ko-KR" altLang="en-US" dirty="0" err="1" smtClean="0"/>
              <a:t>어노테이션은</a:t>
            </a:r>
            <a:r>
              <a:rPr lang="ko-KR" altLang="en-US" dirty="0" smtClean="0"/>
              <a:t> 무엇인가요</a:t>
            </a:r>
            <a:r>
              <a:rPr lang="en-US" altLang="ko-KR" dirty="0" smtClean="0"/>
              <a:t>?</a:t>
            </a:r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BB15-63E4-4E33-A078-820FA21FAA81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71794" y="3140968"/>
            <a:ext cx="95770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altLang="ko-KR" dirty="0" err="1">
                <a:solidFill>
                  <a:srgbClr val="646464"/>
                </a:solidFill>
                <a:latin typeface="Consolas" panose="020B0609020204030204" pitchFamily="49" charset="0"/>
              </a:rPr>
              <a:t>GetMapping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(value = </a:t>
            </a:r>
            <a:r>
              <a:rPr lang="en-US" altLang="ko-KR" dirty="0">
                <a:solidFill>
                  <a:srgbClr val="2A00FF"/>
                </a:solidFill>
                <a:latin typeface="Consolas" panose="020B0609020204030204" pitchFamily="49" charset="0"/>
              </a:rPr>
              <a:t>"/user/{</a:t>
            </a:r>
            <a:r>
              <a:rPr lang="en-US" altLang="ko-KR" dirty="0" err="1">
                <a:solidFill>
                  <a:srgbClr val="2A00FF"/>
                </a:solidFill>
                <a:latin typeface="Consolas" panose="020B0609020204030204" pitchFamily="49" charset="0"/>
              </a:rPr>
              <a:t>userid</a:t>
            </a:r>
            <a:r>
              <a:rPr lang="en-US" altLang="ko-KR" dirty="0">
                <a:solidFill>
                  <a:srgbClr val="2A00FF"/>
                </a:solidFill>
                <a:latin typeface="Consolas" panose="020B0609020204030204" pitchFamily="49" charset="0"/>
              </a:rPr>
              <a:t>}"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ResponseEntity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&lt;?&gt; </a:t>
            </a:r>
            <a:r>
              <a:rPr lang="en-US" altLang="ko-K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userInfo</a:t>
            </a:r>
            <a:r>
              <a:rPr lang="en-US" altLang="ko-K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(XXXX</a:t>
            </a:r>
            <a:r>
              <a:rPr lang="en-US" altLang="ko-KR" dirty="0" smtClean="0">
                <a:solidFill>
                  <a:srgbClr val="646464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 smtClean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dirty="0" err="1">
                <a:solidFill>
                  <a:srgbClr val="2A00FF"/>
                </a:solidFill>
                <a:latin typeface="Consolas" panose="020B0609020204030204" pitchFamily="49" charset="0"/>
              </a:rPr>
              <a:t>userid</a:t>
            </a:r>
            <a:r>
              <a:rPr lang="en-US" altLang="ko-KR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 String </a:t>
            </a:r>
            <a:r>
              <a:rPr lang="en-US" altLang="ko-KR" dirty="0" err="1">
                <a:solidFill>
                  <a:srgbClr val="6A3E3E"/>
                </a:solidFill>
                <a:latin typeface="Consolas" panose="020B0609020204030204" pitchFamily="49" charset="0"/>
              </a:rPr>
              <a:t>userId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1" i="1" dirty="0" err="1" smtClean="0">
                <a:solidFill>
                  <a:srgbClr val="0000C0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.debug</a:t>
            </a:r>
            <a:r>
              <a:rPr lang="en-US" altLang="ko-K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 smtClean="0">
                <a:solidFill>
                  <a:srgbClr val="2A00FF"/>
                </a:solidFill>
                <a:latin typeface="Consolas" panose="020B0609020204030204" pitchFamily="49" charset="0"/>
              </a:rPr>
              <a:t>“</a:t>
            </a:r>
            <a:r>
              <a:rPr lang="en-US" altLang="ko-KR" dirty="0" err="1" smtClean="0">
                <a:solidFill>
                  <a:srgbClr val="2A00FF"/>
                </a:solidFill>
                <a:latin typeface="Consolas" panose="020B0609020204030204" pitchFamily="49" charset="0"/>
              </a:rPr>
              <a:t>userInfo</a:t>
            </a:r>
            <a:r>
              <a:rPr lang="en-US" altLang="ko-KR" dirty="0" smtClean="0">
                <a:solidFill>
                  <a:srgbClr val="2A00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2A00FF"/>
                </a:solidFill>
                <a:latin typeface="Consolas" panose="020B0609020204030204" pitchFamily="49" charset="0"/>
              </a:rPr>
              <a:t>userid</a:t>
            </a:r>
            <a:r>
              <a:rPr lang="en-US" altLang="ko-KR" dirty="0">
                <a:solidFill>
                  <a:srgbClr val="2A00FF"/>
                </a:solidFill>
                <a:latin typeface="Consolas" panose="020B0609020204030204" pitchFamily="49" charset="0"/>
              </a:rPr>
              <a:t> : </a:t>
            </a:r>
            <a:r>
              <a:rPr lang="en-US" altLang="ko-KR" dirty="0" smtClean="0">
                <a:solidFill>
                  <a:srgbClr val="2A00FF"/>
                </a:solidFill>
                <a:latin typeface="Consolas" panose="020B0609020204030204" pitchFamily="49" charset="0"/>
              </a:rPr>
              <a:t>{}”</a:t>
            </a:r>
            <a:r>
              <a:rPr lang="en-US" altLang="ko-K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 err="1">
                <a:solidFill>
                  <a:srgbClr val="6A3E3E"/>
                </a:solidFill>
                <a:latin typeface="Consolas" panose="020B0609020204030204" pitchFamily="49" charset="0"/>
              </a:rPr>
              <a:t>userId</a:t>
            </a:r>
            <a:r>
              <a:rPr lang="en-US" altLang="ko-K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ko-KR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…</a:t>
            </a:r>
            <a:endParaRPr lang="en-US" altLang="ko-KR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00472" y="5323978"/>
            <a:ext cx="97055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altLang="ko-KR" dirty="0" err="1">
                <a:solidFill>
                  <a:srgbClr val="646464"/>
                </a:solidFill>
                <a:latin typeface="Consolas" panose="020B0609020204030204" pitchFamily="49" charset="0"/>
              </a:rPr>
              <a:t>PostMapping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(value = </a:t>
            </a:r>
            <a:r>
              <a:rPr lang="en-US" altLang="ko-KR" dirty="0">
                <a:solidFill>
                  <a:srgbClr val="2A00FF"/>
                </a:solidFill>
                <a:latin typeface="Consolas" panose="020B0609020204030204" pitchFamily="49" charset="0"/>
              </a:rPr>
              <a:t>"/user"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ResponseEntity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&lt;?&gt; </a:t>
            </a:r>
            <a:r>
              <a:rPr lang="en-US" altLang="ko-K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userRegister</a:t>
            </a:r>
            <a:r>
              <a:rPr lang="en-US" altLang="ko-K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(YYYY </a:t>
            </a:r>
            <a:r>
              <a:rPr lang="en-US" altLang="ko-KR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MemberDto</a:t>
            </a:r>
            <a:r>
              <a:rPr lang="en-US" altLang="ko-KR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6A3E3E"/>
                </a:solidFill>
                <a:latin typeface="Consolas" panose="020B0609020204030204" pitchFamily="49" charset="0"/>
              </a:rPr>
              <a:t>memberDto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log</a:t>
            </a:r>
            <a:r>
              <a:rPr lang="en-US" altLang="ko-KR" dirty="0" err="1">
                <a:solidFill>
                  <a:srgbClr val="000000"/>
                </a:solidFill>
                <a:latin typeface="Consolas" panose="020B0609020204030204" pitchFamily="49" charset="0"/>
              </a:rPr>
              <a:t>.debug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ko-KR" dirty="0" err="1">
                <a:solidFill>
                  <a:srgbClr val="2A00FF"/>
                </a:solidFill>
                <a:latin typeface="Consolas" panose="020B0609020204030204" pitchFamily="49" charset="0"/>
              </a:rPr>
              <a:t>userRegister</a:t>
            </a:r>
            <a:r>
              <a:rPr lang="en-US" altLang="ko-KR" dirty="0">
                <a:solidFill>
                  <a:srgbClr val="2A00FF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 err="1">
                <a:solidFill>
                  <a:srgbClr val="2A00FF"/>
                </a:solidFill>
                <a:latin typeface="Consolas" panose="020B0609020204030204" pitchFamily="49" charset="0"/>
              </a:rPr>
              <a:t>memberDto</a:t>
            </a:r>
            <a:r>
              <a:rPr lang="en-US" altLang="ko-KR" dirty="0">
                <a:solidFill>
                  <a:srgbClr val="2A00FF"/>
                </a:solidFill>
                <a:latin typeface="Consolas" panose="020B0609020204030204" pitchFamily="49" charset="0"/>
              </a:rPr>
              <a:t> : {}"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ko-KR" dirty="0" err="1">
                <a:solidFill>
                  <a:srgbClr val="6A3E3E"/>
                </a:solidFill>
                <a:latin typeface="Consolas" panose="020B0609020204030204" pitchFamily="49" charset="0"/>
              </a:rPr>
              <a:t>memberDto</a:t>
            </a:r>
            <a:r>
              <a:rPr lang="en-US" altLang="ko-K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ko-KR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516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Sprin</a:t>
            </a:r>
            <a:r>
              <a:rPr lang="en-US" altLang="ko-KR" dirty="0"/>
              <a:t>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13. </a:t>
            </a:r>
            <a:r>
              <a:rPr lang="en-US" altLang="ko-KR" dirty="0"/>
              <a:t>Spring</a:t>
            </a:r>
            <a:r>
              <a:rPr lang="ko-KR" altLang="en-US" dirty="0"/>
              <a:t>의 핵심을 이루는 </a:t>
            </a:r>
            <a:r>
              <a:rPr lang="en-US" altLang="ko-KR" dirty="0"/>
              <a:t>3</a:t>
            </a:r>
            <a:r>
              <a:rPr lang="ko-KR" altLang="en-US" dirty="0"/>
              <a:t>가지 핵심용어 중</a:t>
            </a:r>
            <a:r>
              <a:rPr lang="en-US" altLang="ko-KR" dirty="0"/>
              <a:t>, </a:t>
            </a:r>
            <a:r>
              <a:rPr lang="en-US" altLang="ko-KR" dirty="0" smtClean="0"/>
              <a:t>“LCO </a:t>
            </a:r>
            <a:r>
              <a:rPr lang="ko-KR" altLang="en-US" dirty="0" err="1" smtClean="0"/>
              <a:t>라이프싸이클</a:t>
            </a:r>
            <a:r>
              <a:rPr lang="ko-KR" altLang="en-US" dirty="0" smtClean="0"/>
              <a:t> 객체와 반대되는 용어로 </a:t>
            </a:r>
            <a:r>
              <a:rPr lang="ko-KR" altLang="en-US" dirty="0" err="1" smtClean="0"/>
              <a:t>라이프싸이클이</a:t>
            </a:r>
            <a:r>
              <a:rPr lang="ko-KR" altLang="en-US" dirty="0" smtClean="0"/>
              <a:t> 없고 패턴이 없는 객체</a:t>
            </a:r>
            <a:r>
              <a:rPr lang="en-US" altLang="ko-KR" dirty="0" smtClean="0"/>
              <a:t>”</a:t>
            </a:r>
            <a:r>
              <a:rPr lang="ko-KR" altLang="en-US" dirty="0" smtClean="0"/>
              <a:t>를 </a:t>
            </a:r>
            <a:r>
              <a:rPr lang="ko-KR" altLang="en-US" dirty="0"/>
              <a:t>의미하는 용어는 무엇인가요</a:t>
            </a:r>
            <a:r>
              <a:rPr lang="en-US" altLang="ko-KR" dirty="0" smtClean="0"/>
              <a:t>?</a:t>
            </a:r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smtClean="0"/>
              <a:t>14. </a:t>
            </a:r>
            <a:r>
              <a:rPr lang="ko-KR" altLang="en-US" dirty="0" err="1" smtClean="0"/>
              <a:t>레스트풀에서</a:t>
            </a:r>
            <a:r>
              <a:rPr lang="ko-KR" altLang="en-US" dirty="0" smtClean="0"/>
              <a:t> 화면에서 </a:t>
            </a:r>
            <a:r>
              <a:rPr lang="en-US" altLang="ko-KR" dirty="0" smtClean="0"/>
              <a:t>GET, POST, PUT, DELETE</a:t>
            </a:r>
            <a:r>
              <a:rPr lang="ko-KR" altLang="en-US" dirty="0" smtClean="0"/>
              <a:t>를 호출하면 </a:t>
            </a:r>
            <a:r>
              <a:rPr lang="ko-KR" altLang="en-US" dirty="0" err="1" smtClean="0"/>
              <a:t>백엔드는</a:t>
            </a:r>
            <a:r>
              <a:rPr lang="ko-KR" altLang="en-US" dirty="0" smtClean="0"/>
              <a:t> 어떤 </a:t>
            </a:r>
            <a:r>
              <a:rPr lang="en-US" altLang="ko-KR" dirty="0" smtClean="0"/>
              <a:t>SQL </a:t>
            </a:r>
            <a:r>
              <a:rPr lang="ko-KR" altLang="en-US" dirty="0" smtClean="0"/>
              <a:t>쿼리를 실행하는지 쓰시오</a:t>
            </a:r>
            <a:r>
              <a:rPr lang="en-US" altLang="ko-KR" dirty="0" smtClean="0"/>
              <a:t>. 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15. Spring MVC </a:t>
            </a:r>
            <a:r>
              <a:rPr lang="ko-KR" altLang="en-US" dirty="0" smtClean="0"/>
              <a:t>흐름을 순서대로 작성해 보시오</a:t>
            </a:r>
            <a:r>
              <a:rPr lang="en-US" altLang="ko-KR" dirty="0" smtClean="0"/>
              <a:t>. </a:t>
            </a:r>
          </a:p>
          <a:p>
            <a:pPr marL="0" indent="0">
              <a:buNone/>
            </a:pPr>
            <a:r>
              <a:rPr lang="en-US" altLang="ko-KR" dirty="0" smtClean="0"/>
              <a:t>   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BB15-63E4-4E33-A078-820FA21FAA81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1330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Spring </a:t>
            </a:r>
            <a:r>
              <a:rPr lang="ko-KR" altLang="en-US" dirty="0" smtClean="0"/>
              <a:t>실습문제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16. </a:t>
            </a:r>
            <a:r>
              <a:rPr lang="en-US" altLang="ko-KR" dirty="0" err="1" smtClean="0"/>
              <a:t>EmployController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/list</a:t>
            </a:r>
            <a:r>
              <a:rPr lang="ko-KR" altLang="en-US" dirty="0" err="1" smtClean="0"/>
              <a:t>메서드를</a:t>
            </a:r>
            <a:r>
              <a:rPr lang="ko-KR" altLang="en-US" dirty="0" smtClean="0"/>
              <a:t> 구현하시오</a:t>
            </a:r>
            <a:r>
              <a:rPr lang="en-US" altLang="ko-KR" dirty="0" smtClean="0"/>
              <a:t>.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smtClean="0"/>
              <a:t>17. </a:t>
            </a:r>
            <a:r>
              <a:rPr lang="en-US" altLang="ko-KR" dirty="0" err="1" smtClean="0"/>
              <a:t>EmployService</a:t>
            </a:r>
            <a:r>
              <a:rPr lang="ko-KR" altLang="en-US" dirty="0" smtClean="0"/>
              <a:t>와 </a:t>
            </a:r>
            <a:r>
              <a:rPr lang="en-US" altLang="ko-KR" dirty="0" err="1" smtClean="0"/>
              <a:t>EmployServiceImple</a:t>
            </a:r>
            <a:r>
              <a:rPr lang="ko-KR" altLang="en-US" dirty="0" smtClean="0"/>
              <a:t>을 구현하시오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18. </a:t>
            </a:r>
            <a:r>
              <a:rPr lang="en-US" altLang="ko-KR" dirty="0" err="1" smtClean="0"/>
              <a:t>EmployMapper</a:t>
            </a:r>
            <a:r>
              <a:rPr lang="ko-KR" altLang="en-US" dirty="0" smtClean="0"/>
              <a:t>를 구현하시오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/>
              <a:t>19. employee.xml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list</a:t>
            </a:r>
            <a:r>
              <a:rPr lang="ko-KR" altLang="en-US" dirty="0" smtClean="0"/>
              <a:t>부분을 구현하시오</a:t>
            </a:r>
            <a:r>
              <a:rPr lang="en-US" altLang="ko-KR" dirty="0" smtClean="0"/>
              <a:t>..</a:t>
            </a:r>
          </a:p>
          <a:p>
            <a:endParaRPr lang="en-US" altLang="ko-KR" dirty="0"/>
          </a:p>
          <a:p>
            <a:r>
              <a:rPr lang="en-US" altLang="ko-KR" dirty="0" smtClean="0"/>
              <a:t>20. </a:t>
            </a:r>
            <a:r>
              <a:rPr lang="en-US" altLang="ko-KR" dirty="0" err="1" smtClean="0"/>
              <a:t>list.jsp</a:t>
            </a:r>
            <a:r>
              <a:rPr lang="ko-KR" altLang="en-US" dirty="0" smtClean="0"/>
              <a:t>를 구현하시오</a:t>
            </a:r>
            <a:r>
              <a:rPr lang="en-US" altLang="ko-KR" dirty="0" smtClean="0"/>
              <a:t>. </a:t>
            </a:r>
          </a:p>
          <a:p>
            <a:pPr marL="0" indent="0">
              <a:buNone/>
            </a:pPr>
            <a:r>
              <a:rPr lang="en-US" altLang="ko-KR" dirty="0" smtClean="0"/>
              <a:t>   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2BB15-63E4-4E33-A078-820FA21FAA81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701377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5834</TotalTime>
  <Words>534</Words>
  <Application>Microsoft Office PowerPoint</Application>
  <PresentationFormat>A4 용지(210x297mm)</PresentationFormat>
  <Paragraphs>112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Consolas</vt:lpstr>
      <vt:lpstr>디자인 사용자 지정</vt:lpstr>
      <vt:lpstr>Spring 테스트</vt:lpstr>
      <vt:lpstr>Spring</vt:lpstr>
      <vt:lpstr>Spring</vt:lpstr>
      <vt:lpstr>Spring</vt:lpstr>
      <vt:lpstr>Spring</vt:lpstr>
      <vt:lpstr>Spring</vt:lpstr>
      <vt:lpstr>Spring</vt:lpstr>
      <vt:lpstr>Spring 실습문제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KEYONG HAE IM</dc:creator>
  <cp:lastModifiedBy>hyoeun</cp:lastModifiedBy>
  <cp:revision>146</cp:revision>
  <dcterms:created xsi:type="dcterms:W3CDTF">2021-04-18T00:18:49Z</dcterms:created>
  <dcterms:modified xsi:type="dcterms:W3CDTF">2023-12-19T06:30:21Z</dcterms:modified>
</cp:coreProperties>
</file>